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c4ce63e970495f" /><Relationship Type="http://schemas.openxmlformats.org/officeDocument/2006/relationships/extended-properties" Target="/docProps/app.xml" Id="R4cc1b01fab594784" /><Relationship Type="http://schemas.openxmlformats.org/officeDocument/2006/relationships/officeDocument" Target="/ppt/presentation.xml" Id="R9c3e56d42397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93258e2d4c4ad8"/>
  </p:sldMasterIdLst>
  <p:notesMasterIdLst>
    <p:notesMasterId xmlns:r="http://schemas.openxmlformats.org/officeDocument/2006/relationships" r:id="R45570f04f203400b"/>
  </p:notesMasterIdLst>
  <p:sldIdLst>
    <p:sldId xmlns:r="http://schemas.openxmlformats.org/officeDocument/2006/relationships" id="256" r:id="R3eb9b514800940c3"/>
    <p:sldId xmlns:r="http://schemas.openxmlformats.org/officeDocument/2006/relationships" id="257" r:id="R89c8cd1e68eb4c7e"/>
    <p:sldId xmlns:r="http://schemas.openxmlformats.org/officeDocument/2006/relationships" id="258" r:id="R75632b24d2e841e7"/>
    <p:sldId xmlns:r="http://schemas.openxmlformats.org/officeDocument/2006/relationships" id="259" r:id="R28dde88647cf448c"/>
    <p:sldId xmlns:r="http://schemas.openxmlformats.org/officeDocument/2006/relationships" id="260" r:id="Rf360c8979d124936"/>
    <p:sldId xmlns:r="http://schemas.openxmlformats.org/officeDocument/2006/relationships" id="261" r:id="R6e10c343fd2242cb"/>
    <p:sldId xmlns:r="http://schemas.openxmlformats.org/officeDocument/2006/relationships" id="262" r:id="R8b34705b59114f0b"/>
    <p:sldId xmlns:r="http://schemas.openxmlformats.org/officeDocument/2006/relationships" id="263" r:id="Ra3e6a9e10e934da3"/>
    <p:sldId xmlns:r="http://schemas.openxmlformats.org/officeDocument/2006/relationships" id="264" r:id="R46a8339b7cef4464"/>
    <p:sldId xmlns:r="http://schemas.openxmlformats.org/officeDocument/2006/relationships" id="265" r:id="Rdf536e07fd4048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6E846CCC-26C9-44BC-927E-25D5D4DBB280}">
  <a:tblStyle styleId="{6E846CCC-26C9-44BC-927E-25D5D4DBB28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79b8e6ce34cdc" /><Relationship Type="http://schemas.openxmlformats.org/officeDocument/2006/relationships/slideMaster" Target="/ppt/slideMasters/slideMaster1.xml" Id="Rc193258e2d4c4ad8" /><Relationship Type="http://schemas.openxmlformats.org/officeDocument/2006/relationships/notesMaster" Target="/ppt/notesMasters/notesMaster1.xml" Id="R45570f04f203400b" /><Relationship Type="http://schemas.openxmlformats.org/officeDocument/2006/relationships/presProps" Target="/ppt/presProps.xml" Id="Rb9790a70d09a4204" /><Relationship Type="http://schemas.openxmlformats.org/officeDocument/2006/relationships/tableStyles" Target="/ppt/tableStyles.xml" Id="R55c6d9a91f9b4866" /><Relationship Type="http://schemas.openxmlformats.org/officeDocument/2006/relationships/slide" Target="/ppt/slides/slide1.xml" Id="R3eb9b514800940c3" /><Relationship Type="http://schemas.openxmlformats.org/officeDocument/2006/relationships/slide" Target="/ppt/slides/slide2.xml" Id="R89c8cd1e68eb4c7e" /><Relationship Type="http://schemas.openxmlformats.org/officeDocument/2006/relationships/slide" Target="/ppt/slides/slide3.xml" Id="R75632b24d2e841e7" /><Relationship Type="http://schemas.openxmlformats.org/officeDocument/2006/relationships/slide" Target="/ppt/slides/slide4.xml" Id="R28dde88647cf448c" /><Relationship Type="http://schemas.openxmlformats.org/officeDocument/2006/relationships/slide" Target="/ppt/slides/slide5.xml" Id="Rf360c8979d124936" /><Relationship Type="http://schemas.openxmlformats.org/officeDocument/2006/relationships/slide" Target="/ppt/slides/slide6.xml" Id="R6e10c343fd2242cb" /><Relationship Type="http://schemas.openxmlformats.org/officeDocument/2006/relationships/slide" Target="/ppt/slides/slide7.xml" Id="R8b34705b59114f0b" /><Relationship Type="http://schemas.openxmlformats.org/officeDocument/2006/relationships/slide" Target="/ppt/slides/slide8.xml" Id="Ra3e6a9e10e934da3" /><Relationship Type="http://schemas.openxmlformats.org/officeDocument/2006/relationships/slide" Target="/ppt/slides/slide9.xml" Id="R46a8339b7cef4464" /><Relationship Type="http://schemas.openxmlformats.org/officeDocument/2006/relationships/slide" Target="/ppt/slides/slide10.xml" Id="Rdf536e07fd40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a374abdce2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66827a01e419c" /><Relationship Type="http://schemas.openxmlformats.org/officeDocument/2006/relationships/notesMaster" Target="/ppt/notesMasters/notesMaster1.xml" Id="R04be7f8ca8fa45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155785f69c4b48" /><Relationship Type="http://schemas.openxmlformats.org/officeDocument/2006/relationships/notesMaster" Target="/ppt/notesMasters/notesMaster1.xml" Id="Re350ce8f91f6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7d35f83a44cfa" /><Relationship Type="http://schemas.openxmlformats.org/officeDocument/2006/relationships/notesMaster" Target="/ppt/notesMasters/notesMaster1.xml" Id="R495e85d38ecb46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3250d70ca4312" /><Relationship Type="http://schemas.openxmlformats.org/officeDocument/2006/relationships/notesMaster" Target="/ppt/notesMasters/notesMaster1.xml" Id="R859270bddedc43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9b3686ead4b5a" /><Relationship Type="http://schemas.openxmlformats.org/officeDocument/2006/relationships/notesMaster" Target="/ppt/notesMasters/notesMaster1.xml" Id="Rd7eddaaca64d41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bfe758bcd449f8" /><Relationship Type="http://schemas.openxmlformats.org/officeDocument/2006/relationships/notesMaster" Target="/ppt/notesMasters/notesMaster1.xml" Id="R0a0443c75fda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9e426341394a81" /><Relationship Type="http://schemas.openxmlformats.org/officeDocument/2006/relationships/notesMaster" Target="/ppt/notesMasters/notesMaster1.xml" Id="Rf1b7a276640542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37ac569c9403e" /><Relationship Type="http://schemas.openxmlformats.org/officeDocument/2006/relationships/notesMaster" Target="/ppt/notesMasters/notesMaster1.xml" Id="R72c12c6edc73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115b30cd8a4c21" /><Relationship Type="http://schemas.openxmlformats.org/officeDocument/2006/relationships/notesMaster" Target="/ppt/notesMasters/notesMaster1.xml" Id="Rb75434865a6447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e98aa6327a4fbe" /><Relationship Type="http://schemas.openxmlformats.org/officeDocument/2006/relationships/notesMaster" Target="/ppt/notesMasters/notesMaster1.xml" Id="R0660febef1e246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Компьютерная игра Rogil «Зал трёх печатей». Автор А. Р. Мингазов, руководитель А. А. Концевич. Иркутск,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Цель работы состоит в создании законченного прохождения одного этажа. Игрок получает результат победы или поражения и может повторить забег.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проекте используются элементы roguelite. Планировка постоянная, а предложения улучшений и точки появления врагов меняются. Изображение: снимок действующей игры.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Источник: project.godot, Script/floor, Scene/PresetDungeon.tscn, Script/pause/SettingsManager.gd. Godot 4.6 stable использован для сборки EXE.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Источник: Script/floor/floor.gd, hero.gd, foe.gd, dungeon.gd, art.gd и SettingsManager.gd. Настройки сохраняются через ConfigFile. Чувствительность мыши в действующем герое пока не подключена к сохранённой настройке. Продолжение прерванного забега не реализовано.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 изображений: рендеры Scene/Floor.tscn. Порядок прохождения: Длинная галерея, Каменный зал, Лабиринт, Зал стража. Три печати соответствуют первым трём волнам.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Источник: hero.gd и foe.gd. Обычный противник имеет 40 HP, быстрый 26, тяжёлый 95, страж 850. Изображения персонажей получены из сцен проекта.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Источник: hero.gd, floor.gd. При повышении уровня игрок выбирает один из трёх случайно предложенных вариантов. Всего предусмотрено пять типов усиления.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На демонстрации следует запустить Rogil.exe, начать забег и пройти в галерею. В финале красное кольцо предупреждает об ударе стража. После победы появляется портал. Снимок получен из игрового проекта.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 демонстрирует полный игровой цикл на одном этаже. Возможные направления развития: дополнительные комнаты, разновидности противников и дальнейшая настройка баланса.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e0b1855b648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4177109e94c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d17eb013347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89a26e5e554e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e4ba47de340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352d0090243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bdda0240a649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0b4a0b3f643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0e963519c4bf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246b74454422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446ee7a68481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3df06331a94013" /></Relationships>
</file>

<file path=ppt/slideLayouts/slideLayout1.xml><?xml version="1.0" encoding="utf-8"?>
<p:sldLayout xmlns:p="http://schemas.openxmlformats.org/presentationml/2006/main" matchingName="Пустой слайд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2">
            <a:extLst xmlns:a="http://schemas.openxmlformats.org/drawingml/2006/main">
              <a:ext uri="{FF2B5EF4-FFF2-40B4-BE49-F238E27FC236}">
                <a16:creationId xmlns:a16="http://schemas.microsoft.com/office/drawing/2014/main" id="{E9294724-0BF0-413E-A006-965F170AB2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12">
            <a:extLst xmlns:a="http://schemas.openxmlformats.org/drawingml/2006/main">
              <a:ext uri="{FF2B5EF4-FFF2-40B4-BE49-F238E27FC236}">
                <a16:creationId xmlns:a16="http://schemas.microsoft.com/office/drawing/2014/main" id="{5278225E-C489-4850-8D0F-DAD3172689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12">
            <a:extLst xmlns:a="http://schemas.openxmlformats.org/drawingml/2006/main">
              <a:ext uri="{FF2B5EF4-FFF2-40B4-BE49-F238E27FC236}">
                <a16:creationId xmlns:a16="http://schemas.microsoft.com/office/drawing/2014/main" id="{6A63C196-E733-46C0-9E64-E17C182F61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Заголовок и объект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13">
            <a:extLst xmlns:a="http://schemas.openxmlformats.org/drawingml/2006/main">
              <a:ext uri="{FF2B5EF4-FFF2-40B4-BE49-F238E27FC236}">
                <a16:creationId xmlns:a16="http://schemas.microsoft.com/office/drawing/2014/main" id="{3C3B4AF8-75FA-446A-A9E9-00010A71D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Google Shape;21;p13">
            <a:extLst xmlns:a="http://schemas.openxmlformats.org/drawingml/2006/main">
              <a:ext uri="{FF2B5EF4-FFF2-40B4-BE49-F238E27FC236}">
                <a16:creationId xmlns:a16="http://schemas.microsoft.com/office/drawing/2014/main" id="{62871414-93D4-4175-8DA2-C737CD8D3E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13">
            <a:extLst xmlns:a="http://schemas.openxmlformats.org/drawingml/2006/main">
              <a:ext uri="{FF2B5EF4-FFF2-40B4-BE49-F238E27FC236}">
                <a16:creationId xmlns:a16="http://schemas.microsoft.com/office/drawing/2014/main" id="{450B0CA2-A6F5-47B9-80FD-E36E180372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13">
            <a:extLst xmlns:a="http://schemas.openxmlformats.org/drawingml/2006/main">
              <a:ext uri="{FF2B5EF4-FFF2-40B4-BE49-F238E27FC236}">
                <a16:creationId xmlns:a16="http://schemas.microsoft.com/office/drawing/2014/main" id="{CC03D348-EF75-419C-B7F4-C201CB59AA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13">
            <a:extLst xmlns:a="http://schemas.openxmlformats.org/drawingml/2006/main">
              <a:ext uri="{FF2B5EF4-FFF2-40B4-BE49-F238E27FC236}">
                <a16:creationId xmlns:a16="http://schemas.microsoft.com/office/drawing/2014/main" id="{33A192AA-7711-4D20-8CDD-922B3DE2C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1_Заголовок и объект">
  <p:cSld name="1_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4">
            <a:extLst xmlns:a="http://schemas.openxmlformats.org/drawingml/2006/main">
              <a:ext uri="{FF2B5EF4-FFF2-40B4-BE49-F238E27FC236}">
                <a16:creationId xmlns:a16="http://schemas.microsoft.com/office/drawing/2014/main" id="{E51D13DC-530D-4A6E-851E-009A3B2078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14">
            <a:extLst xmlns:a="http://schemas.openxmlformats.org/drawingml/2006/main">
              <a:ext uri="{FF2B5EF4-FFF2-40B4-BE49-F238E27FC236}">
                <a16:creationId xmlns:a16="http://schemas.microsoft.com/office/drawing/2014/main" id="{408C0E18-CA4E-47FD-A932-DCCB6D7B78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Google Shape;28;p14">
            <a:extLst xmlns:a="http://schemas.openxmlformats.org/drawingml/2006/main">
              <a:ext uri="{FF2B5EF4-FFF2-40B4-BE49-F238E27FC236}">
                <a16:creationId xmlns:a16="http://schemas.microsoft.com/office/drawing/2014/main" id="{0A325674-7EF6-4A8E-8842-3A68EA29F5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9" name="Google Shape;29;p14">
            <a:extLst xmlns:a="http://schemas.openxmlformats.org/drawingml/2006/main">
              <a:ext uri="{FF2B5EF4-FFF2-40B4-BE49-F238E27FC236}">
                <a16:creationId xmlns:a16="http://schemas.microsoft.com/office/drawing/2014/main" id="{02AAEBE9-B279-47C0-B8AC-8360E106CA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14">
            <a:extLst xmlns:a="http://schemas.openxmlformats.org/drawingml/2006/main">
              <a:ext uri="{FF2B5EF4-FFF2-40B4-BE49-F238E27FC236}">
                <a16:creationId xmlns:a16="http://schemas.microsoft.com/office/drawing/2014/main" id="{1686E5BC-924B-4ABB-BA27-08AD981DED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524000" y="731520"/>
            <a:ext cx="8534400" cy="347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Титульный слайд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15">
            <a:extLst xmlns:a="http://schemas.openxmlformats.org/drawingml/2006/main">
              <a:ext uri="{FF2B5EF4-FFF2-40B4-BE49-F238E27FC236}">
                <a16:creationId xmlns:a16="http://schemas.microsoft.com/office/drawing/2014/main" id="{63723E85-2869-430F-BD39-4E550217CBA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15">
            <a:extLst xmlns:a="http://schemas.openxmlformats.org/drawingml/2006/main">
              <a:ext uri="{FF2B5EF4-FFF2-40B4-BE49-F238E27FC236}">
                <a16:creationId xmlns:a16="http://schemas.microsoft.com/office/drawing/2014/main" id="{0AA67BF9-E8E1-4291-9B23-16B381E2B7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4" name="Google Shape;34;p15">
            <a:extLst xmlns:a="http://schemas.openxmlformats.org/drawingml/2006/main">
              <a:ext uri="{FF2B5EF4-FFF2-40B4-BE49-F238E27FC236}">
                <a16:creationId xmlns:a16="http://schemas.microsoft.com/office/drawing/2014/main" id="{17BDFC63-4342-4C72-AFBC-D2653B71B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15">
            <a:extLst xmlns:a="http://schemas.openxmlformats.org/drawingml/2006/main">
              <a:ext uri="{FF2B5EF4-FFF2-40B4-BE49-F238E27FC236}">
                <a16:creationId xmlns:a16="http://schemas.microsoft.com/office/drawing/2014/main" id="{167AC2F2-F5CA-449C-BBE7-6A46400A6B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15">
            <a:extLst xmlns:a="http://schemas.openxmlformats.org/drawingml/2006/main">
              <a:ext uri="{FF2B5EF4-FFF2-40B4-BE49-F238E27FC236}">
                <a16:creationId xmlns:a16="http://schemas.microsoft.com/office/drawing/2014/main" id="{07F1CAE4-672E-4661-B590-EE922A2D9E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Заголовок раздела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6">
            <a:extLst xmlns:a="http://schemas.openxmlformats.org/drawingml/2006/main">
              <a:ext uri="{FF2B5EF4-FFF2-40B4-BE49-F238E27FC236}">
                <a16:creationId xmlns:a16="http://schemas.microsoft.com/office/drawing/2014/main" id="{873297B1-7B50-4D5F-BF6F-88E7575FA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16">
            <a:extLst xmlns:a="http://schemas.openxmlformats.org/drawingml/2006/main">
              <a:ext uri="{FF2B5EF4-FFF2-40B4-BE49-F238E27FC236}">
                <a16:creationId xmlns:a16="http://schemas.microsoft.com/office/drawing/2014/main" id="{F82FDF44-05AD-4FEB-9014-15C11860AB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0" name="Google Shape;40;p16">
            <a:extLst xmlns:a="http://schemas.openxmlformats.org/drawingml/2006/main">
              <a:ext uri="{FF2B5EF4-FFF2-40B4-BE49-F238E27FC236}">
                <a16:creationId xmlns:a16="http://schemas.microsoft.com/office/drawing/2014/main" id="{7FD5F8E4-5279-4256-A637-7ECBA1661C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1" name="Google Shape;41;p16">
            <a:extLst xmlns:a="http://schemas.openxmlformats.org/drawingml/2006/main">
              <a:ext uri="{FF2B5EF4-FFF2-40B4-BE49-F238E27FC236}">
                <a16:creationId xmlns:a16="http://schemas.microsoft.com/office/drawing/2014/main" id="{CB2251F5-3715-4F59-85F4-0C3053D92B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16">
            <a:extLst xmlns:a="http://schemas.openxmlformats.org/drawingml/2006/main">
              <a:ext uri="{FF2B5EF4-FFF2-40B4-BE49-F238E27FC236}">
                <a16:creationId xmlns:a16="http://schemas.microsoft.com/office/drawing/2014/main" id="{2E2AE898-53B6-4F2D-A426-FC015E949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Два объекта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17">
            <a:extLst xmlns:a="http://schemas.openxmlformats.org/drawingml/2006/main">
              <a:ext uri="{FF2B5EF4-FFF2-40B4-BE49-F238E27FC236}">
                <a16:creationId xmlns:a16="http://schemas.microsoft.com/office/drawing/2014/main" id="{0D8CBAC3-A027-482A-BA6B-FD1D98DA5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17">
            <a:extLst xmlns:a="http://schemas.openxmlformats.org/drawingml/2006/main">
              <a:ext uri="{FF2B5EF4-FFF2-40B4-BE49-F238E27FC236}">
                <a16:creationId xmlns:a16="http://schemas.microsoft.com/office/drawing/2014/main" id="{EF548957-64EF-493C-B3F7-3EA4CEADF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6" name="Google Shape;46;p17">
            <a:extLst xmlns:a="http://schemas.openxmlformats.org/drawingml/2006/main">
              <a:ext uri="{FF2B5EF4-FFF2-40B4-BE49-F238E27FC236}">
                <a16:creationId xmlns:a16="http://schemas.microsoft.com/office/drawing/2014/main" id="{D7B71E1A-D6A9-41C5-B1B2-1EF7A3DE2C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7" name="Google Shape;47;p17">
            <a:extLst xmlns:a="http://schemas.openxmlformats.org/drawingml/2006/main">
              <a:ext uri="{FF2B5EF4-FFF2-40B4-BE49-F238E27FC236}">
                <a16:creationId xmlns:a16="http://schemas.microsoft.com/office/drawing/2014/main" id="{44A712BD-4D6A-413E-89C9-588C90B6AD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17">
            <a:extLst xmlns:a="http://schemas.openxmlformats.org/drawingml/2006/main">
              <a:ext uri="{FF2B5EF4-FFF2-40B4-BE49-F238E27FC236}">
                <a16:creationId xmlns:a16="http://schemas.microsoft.com/office/drawing/2014/main" id="{E86E51FD-9BBA-4900-90C4-343339E99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17">
            <a:extLst xmlns:a="http://schemas.openxmlformats.org/drawingml/2006/main">
              <a:ext uri="{FF2B5EF4-FFF2-40B4-BE49-F238E27FC236}">
                <a16:creationId xmlns:a16="http://schemas.microsoft.com/office/drawing/2014/main" id="{F54A37D5-9D3E-47D6-8895-470D5B2E2D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Сравнение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8">
            <a:extLst xmlns:a="http://schemas.openxmlformats.org/drawingml/2006/main">
              <a:ext uri="{FF2B5EF4-FFF2-40B4-BE49-F238E27FC236}">
                <a16:creationId xmlns:a16="http://schemas.microsoft.com/office/drawing/2014/main" id="{FAC2F274-9971-4D41-B771-C3A03BF2F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18">
            <a:extLst xmlns:a="http://schemas.openxmlformats.org/drawingml/2006/main">
              <a:ext uri="{FF2B5EF4-FFF2-40B4-BE49-F238E27FC236}">
                <a16:creationId xmlns:a16="http://schemas.microsoft.com/office/drawing/2014/main" id="{9ECBDF00-E08A-4EB0-8EC8-8C148C3616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3" name="Google Shape;53;p18">
            <a:extLst xmlns:a="http://schemas.openxmlformats.org/drawingml/2006/main">
              <a:ext uri="{FF2B5EF4-FFF2-40B4-BE49-F238E27FC236}">
                <a16:creationId xmlns:a16="http://schemas.microsoft.com/office/drawing/2014/main" id="{5B08D5ED-49BE-4CCD-BDA4-BCE4B261A8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4" name="Google Shape;54;p18">
            <a:extLst xmlns:a="http://schemas.openxmlformats.org/drawingml/2006/main">
              <a:ext uri="{FF2B5EF4-FFF2-40B4-BE49-F238E27FC236}">
                <a16:creationId xmlns:a16="http://schemas.microsoft.com/office/drawing/2014/main" id="{B8AAA32B-D957-4F81-81B5-9857B96F64D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5" name="Google Shape;55;p18">
            <a:extLst xmlns:a="http://schemas.openxmlformats.org/drawingml/2006/main">
              <a:ext uri="{FF2B5EF4-FFF2-40B4-BE49-F238E27FC236}">
                <a16:creationId xmlns:a16="http://schemas.microsoft.com/office/drawing/2014/main" id="{442BA3C3-98B2-4CAA-A5CA-E078204F278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6" name="Google Shape;56;p18">
            <a:extLst xmlns:a="http://schemas.openxmlformats.org/drawingml/2006/main">
              <a:ext uri="{FF2B5EF4-FFF2-40B4-BE49-F238E27FC236}">
                <a16:creationId xmlns:a16="http://schemas.microsoft.com/office/drawing/2014/main" id="{7D703C38-8D37-46E1-AB69-353AF30029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7" name="Google Shape;57;p18">
            <a:extLst xmlns:a="http://schemas.openxmlformats.org/drawingml/2006/main">
              <a:ext uri="{FF2B5EF4-FFF2-40B4-BE49-F238E27FC236}">
                <a16:creationId xmlns:a16="http://schemas.microsoft.com/office/drawing/2014/main" id="{6E8C824F-CCBF-48D7-88CB-05B9A81837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8">
            <a:extLst xmlns:a="http://schemas.openxmlformats.org/drawingml/2006/main">
              <a:ext uri="{FF2B5EF4-FFF2-40B4-BE49-F238E27FC236}">
                <a16:creationId xmlns:a16="http://schemas.microsoft.com/office/drawing/2014/main" id="{0E3CD342-DAA5-4039-A765-B2E858A2B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Только заголовок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9">
            <a:extLst xmlns:a="http://schemas.openxmlformats.org/drawingml/2006/main">
              <a:ext uri="{FF2B5EF4-FFF2-40B4-BE49-F238E27FC236}">
                <a16:creationId xmlns:a16="http://schemas.microsoft.com/office/drawing/2014/main" id="{324AC1DE-5389-49A8-9D69-56393424C6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1" name="Google Shape;61;p19">
            <a:extLst xmlns:a="http://schemas.openxmlformats.org/drawingml/2006/main">
              <a:ext uri="{FF2B5EF4-FFF2-40B4-BE49-F238E27FC236}">
                <a16:creationId xmlns:a16="http://schemas.microsoft.com/office/drawing/2014/main" id="{2D3CA899-E811-445E-B784-39D826B61C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9">
            <a:extLst xmlns:a="http://schemas.openxmlformats.org/drawingml/2006/main">
              <a:ext uri="{FF2B5EF4-FFF2-40B4-BE49-F238E27FC236}">
                <a16:creationId xmlns:a16="http://schemas.microsoft.com/office/drawing/2014/main" id="{ED49457F-470A-49F3-8839-FACCE228B4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9">
            <a:extLst xmlns:a="http://schemas.openxmlformats.org/drawingml/2006/main">
              <a:ext uri="{FF2B5EF4-FFF2-40B4-BE49-F238E27FC236}">
                <a16:creationId xmlns:a16="http://schemas.microsoft.com/office/drawing/2014/main" id="{E90C8F18-2624-493B-A115-BEF9F85717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Объект с подписью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20">
            <a:extLst xmlns:a="http://schemas.openxmlformats.org/drawingml/2006/main">
              <a:ext uri="{FF2B5EF4-FFF2-40B4-BE49-F238E27FC236}">
                <a16:creationId xmlns:a16="http://schemas.microsoft.com/office/drawing/2014/main" id="{6A46DB8D-29ED-46AE-864F-08C832046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20">
            <a:extLst xmlns:a="http://schemas.openxmlformats.org/drawingml/2006/main">
              <a:ext uri="{FF2B5EF4-FFF2-40B4-BE49-F238E27FC236}">
                <a16:creationId xmlns:a16="http://schemas.microsoft.com/office/drawing/2014/main" id="{28163A86-3E5B-4770-ADF9-855234E0EA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7" name="Google Shape;67;p20">
            <a:extLst xmlns:a="http://schemas.openxmlformats.org/drawingml/2006/main">
              <a:ext uri="{FF2B5EF4-FFF2-40B4-BE49-F238E27FC236}">
                <a16:creationId xmlns:a16="http://schemas.microsoft.com/office/drawing/2014/main" id="{F75A28BA-4F85-4804-BF0D-4D7D7ECF61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68" name="Google Shape;68;p20">
            <a:extLst xmlns:a="http://schemas.openxmlformats.org/drawingml/2006/main">
              <a:ext uri="{FF2B5EF4-FFF2-40B4-BE49-F238E27FC236}">
                <a16:creationId xmlns:a16="http://schemas.microsoft.com/office/drawing/2014/main" id="{0B5675F5-1924-4208-89A5-9F7B0AFA8F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9" name="Google Shape;69;p20">
            <a:extLst xmlns:a="http://schemas.openxmlformats.org/drawingml/2006/main">
              <a:ext uri="{FF2B5EF4-FFF2-40B4-BE49-F238E27FC236}">
                <a16:creationId xmlns:a16="http://schemas.microsoft.com/office/drawing/2014/main" id="{1D4CD20C-4A92-4D15-A45C-C5E167B50C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20">
            <a:extLst xmlns:a="http://schemas.openxmlformats.org/drawingml/2006/main">
              <a:ext uri="{FF2B5EF4-FFF2-40B4-BE49-F238E27FC236}">
                <a16:creationId xmlns:a16="http://schemas.microsoft.com/office/drawing/2014/main" id="{D1959A3C-0102-4540-A25B-16E7AC1F40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Рисунок с подписью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21">
            <a:extLst xmlns:a="http://schemas.openxmlformats.org/drawingml/2006/main">
              <a:ext uri="{FF2B5EF4-FFF2-40B4-BE49-F238E27FC236}">
                <a16:creationId xmlns:a16="http://schemas.microsoft.com/office/drawing/2014/main" id="{71345AD8-9181-41D5-A23F-4891FAC43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21">
            <a:extLst xmlns:a="http://schemas.openxmlformats.org/drawingml/2006/main">
              <a:ext uri="{FF2B5EF4-FFF2-40B4-BE49-F238E27FC236}">
                <a16:creationId xmlns:a16="http://schemas.microsoft.com/office/drawing/2014/main" id="{029827DF-846F-4A64-AE99-675C98F6EBF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4" name="Google Shape;74;p21">
            <a:extLst xmlns:a="http://schemas.openxmlformats.org/drawingml/2006/main">
              <a:ext uri="{FF2B5EF4-FFF2-40B4-BE49-F238E27FC236}">
                <a16:creationId xmlns:a16="http://schemas.microsoft.com/office/drawing/2014/main" id="{E4EDFA3E-0457-4CCD-9ADB-5FDEF41BF1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75" name="Google Shape;75;p21">
            <a:extLst xmlns:a="http://schemas.openxmlformats.org/drawingml/2006/main">
              <a:ext uri="{FF2B5EF4-FFF2-40B4-BE49-F238E27FC236}">
                <a16:creationId xmlns:a16="http://schemas.microsoft.com/office/drawing/2014/main" id="{8F935650-8C8A-41B1-8D47-180EC3164F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21">
            <a:extLst xmlns:a="http://schemas.openxmlformats.org/drawingml/2006/main">
              <a:ext uri="{FF2B5EF4-FFF2-40B4-BE49-F238E27FC236}">
                <a16:creationId xmlns:a16="http://schemas.microsoft.com/office/drawing/2014/main" id="{AE5F5509-D87A-49AB-A360-50DFF6DD4F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21">
            <a:extLst xmlns:a="http://schemas.openxmlformats.org/drawingml/2006/main">
              <a:ext uri="{FF2B5EF4-FFF2-40B4-BE49-F238E27FC236}">
                <a16:creationId xmlns:a16="http://schemas.microsoft.com/office/drawing/2014/main" id="{17FC2256-1426-48F5-A8E9-933D5E67A2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Заголовок и вертикальный текст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2">
            <a:extLst xmlns:a="http://schemas.openxmlformats.org/drawingml/2006/main">
              <a:ext uri="{FF2B5EF4-FFF2-40B4-BE49-F238E27FC236}">
                <a16:creationId xmlns:a16="http://schemas.microsoft.com/office/drawing/2014/main" id="{9D697E9B-728C-4E8C-B7D5-1C5AD28C9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22">
            <a:extLst xmlns:a="http://schemas.openxmlformats.org/drawingml/2006/main">
              <a:ext uri="{FF2B5EF4-FFF2-40B4-BE49-F238E27FC236}">
                <a16:creationId xmlns:a16="http://schemas.microsoft.com/office/drawing/2014/main" id="{572A7CB3-98FE-4FBA-B487-B96928B298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1" name="Google Shape;81;p22">
            <a:extLst xmlns:a="http://schemas.openxmlformats.org/drawingml/2006/main">
              <a:ext uri="{FF2B5EF4-FFF2-40B4-BE49-F238E27FC236}">
                <a16:creationId xmlns:a16="http://schemas.microsoft.com/office/drawing/2014/main" id="{2F07B768-A61D-496C-95B2-F3C77BA717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2" name="Google Shape;82;p22">
            <a:extLst xmlns:a="http://schemas.openxmlformats.org/drawingml/2006/main">
              <a:ext uri="{FF2B5EF4-FFF2-40B4-BE49-F238E27FC236}">
                <a16:creationId xmlns:a16="http://schemas.microsoft.com/office/drawing/2014/main" id="{F6D4B6F7-F054-4C2F-8EFE-D41BA8A77D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22">
            <a:extLst xmlns:a="http://schemas.openxmlformats.org/drawingml/2006/main">
              <a:ext uri="{FF2B5EF4-FFF2-40B4-BE49-F238E27FC236}">
                <a16:creationId xmlns:a16="http://schemas.microsoft.com/office/drawing/2014/main" id="{775894DF-D914-42BE-B3AF-1B32C944BF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23">
            <a:extLst xmlns:a="http://schemas.openxmlformats.org/drawingml/2006/main">
              <a:ext uri="{FF2B5EF4-FFF2-40B4-BE49-F238E27FC236}">
                <a16:creationId xmlns:a16="http://schemas.microsoft.com/office/drawing/2014/main" id="{8D35972F-3833-4274-92F9-D9FBB734D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23">
            <a:extLst xmlns:a="http://schemas.openxmlformats.org/drawingml/2006/main">
              <a:ext uri="{FF2B5EF4-FFF2-40B4-BE49-F238E27FC236}">
                <a16:creationId xmlns:a16="http://schemas.microsoft.com/office/drawing/2014/main" id="{E1DBDB4E-0FDE-4A4A-9B03-C0C2ACA0B2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7" name="Google Shape;87;p23">
            <a:extLst xmlns:a="http://schemas.openxmlformats.org/drawingml/2006/main">
              <a:ext uri="{FF2B5EF4-FFF2-40B4-BE49-F238E27FC236}">
                <a16:creationId xmlns:a16="http://schemas.microsoft.com/office/drawing/2014/main" id="{0B0C48C6-B3E6-446F-BA44-A5B9D0F3AF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8" name="Google Shape;88;p23">
            <a:extLst xmlns:a="http://schemas.openxmlformats.org/drawingml/2006/main">
              <a:ext uri="{FF2B5EF4-FFF2-40B4-BE49-F238E27FC236}">
                <a16:creationId xmlns:a16="http://schemas.microsoft.com/office/drawing/2014/main" id="{4BBC59A9-77A3-4194-965C-CE08F863BC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23">
            <a:extLst xmlns:a="http://schemas.openxmlformats.org/drawingml/2006/main">
              <a:ext uri="{FF2B5EF4-FFF2-40B4-BE49-F238E27FC236}">
                <a16:creationId xmlns:a16="http://schemas.microsoft.com/office/drawing/2014/main" id="{6169B539-6365-4298-B1AC-23BA045EA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4f5a678c64851" /><Relationship Type="http://schemas.openxmlformats.org/officeDocument/2006/relationships/slideLayout" Target="/ppt/slideLayouts/slideLayout1.xml" Id="Rebb521882c874be6" /><Relationship Type="http://schemas.openxmlformats.org/officeDocument/2006/relationships/slideLayout" Target="/ppt/slideLayouts/slideLayout2.xml" Id="R7c886603e145447b" /><Relationship Type="http://schemas.openxmlformats.org/officeDocument/2006/relationships/slideLayout" Target="/ppt/slideLayouts/slideLayout3.xml" Id="R4f63f59b22fc442b" /><Relationship Type="http://schemas.openxmlformats.org/officeDocument/2006/relationships/slideLayout" Target="/ppt/slideLayouts/slideLayout4.xml" Id="Rb956deb469ba42b7" /><Relationship Type="http://schemas.openxmlformats.org/officeDocument/2006/relationships/slideLayout" Target="/ppt/slideLayouts/slideLayout5.xml" Id="R66ca8b79f4554d6d" /><Relationship Type="http://schemas.openxmlformats.org/officeDocument/2006/relationships/slideLayout" Target="/ppt/slideLayouts/slideLayout6.xml" Id="R4cfde64f089143c9" /><Relationship Type="http://schemas.openxmlformats.org/officeDocument/2006/relationships/slideLayout" Target="/ppt/slideLayouts/slideLayout7.xml" Id="Rb16939c56caf425f" /><Relationship Type="http://schemas.openxmlformats.org/officeDocument/2006/relationships/slideLayout" Target="/ppt/slideLayouts/slideLayout8.xml" Id="R256dc589b2e44f76" /><Relationship Type="http://schemas.openxmlformats.org/officeDocument/2006/relationships/slideLayout" Target="/ppt/slideLayouts/slideLayout9.xml" Id="R91ac572000d8410d" /><Relationship Type="http://schemas.openxmlformats.org/officeDocument/2006/relationships/slideLayout" Target="/ppt/slideLayouts/slideLayout10.xml" Id="Ra692b8e7b5234340" /><Relationship Type="http://schemas.openxmlformats.org/officeDocument/2006/relationships/slideLayout" Target="/ppt/slideLayouts/slideLayout11.xml" Id="R9a9ba53ef10e494f" /><Relationship Type="http://schemas.openxmlformats.org/officeDocument/2006/relationships/slideLayout" Target="/ppt/slideLayouts/slideLayout12.xml" Id="R40aa527513914be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1">
            <a:extLst xmlns:a="http://schemas.openxmlformats.org/drawingml/2006/main">
              <a:ext uri="{FF2B5EF4-FFF2-40B4-BE49-F238E27FC236}">
                <a16:creationId xmlns:a16="http://schemas.microsoft.com/office/drawing/2014/main" id="{1D8A80C4-D5D8-47D6-937E-01E7E3D94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1" name="Google Shape;11;p11">
            <a:extLst xmlns:a="http://schemas.openxmlformats.org/drawingml/2006/main">
              <a:ext uri="{FF2B5EF4-FFF2-40B4-BE49-F238E27FC236}">
                <a16:creationId xmlns:a16="http://schemas.microsoft.com/office/drawing/2014/main" id="{84C2C3F0-3BF0-4731-9F98-7C2B8724F1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2" name="Google Shape;12;p11">
            <a:extLst xmlns:a="http://schemas.openxmlformats.org/drawingml/2006/main">
              <a:ext uri="{FF2B5EF4-FFF2-40B4-BE49-F238E27FC236}">
                <a16:creationId xmlns:a16="http://schemas.microsoft.com/office/drawing/2014/main" id="{94D43765-E1A4-4EA9-BE7C-CEE39FD1A7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3" name="Google Shape;13;p11">
            <a:extLst xmlns:a="http://schemas.openxmlformats.org/drawingml/2006/main">
              <a:ext uri="{FF2B5EF4-FFF2-40B4-BE49-F238E27FC236}">
                <a16:creationId xmlns:a16="http://schemas.microsoft.com/office/drawing/2014/main" id="{989DF47A-7589-4DAC-93ED-0249BC9F9D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4" name="Google Shape;14;p11">
            <a:extLst xmlns:a="http://schemas.openxmlformats.org/drawingml/2006/main">
              <a:ext uri="{FF2B5EF4-FFF2-40B4-BE49-F238E27FC236}">
                <a16:creationId xmlns:a16="http://schemas.microsoft.com/office/drawing/2014/main" id="{77539157-574F-4B93-9373-944114D7F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b521882c874be6"/>
    <p:sldLayoutId xmlns:r="http://schemas.openxmlformats.org/officeDocument/2006/relationships" id="2147483650" r:id="R7c886603e145447b"/>
    <p:sldLayoutId xmlns:r="http://schemas.openxmlformats.org/officeDocument/2006/relationships" id="2147483651" r:id="R4f63f59b22fc442b"/>
    <p:sldLayoutId xmlns:r="http://schemas.openxmlformats.org/officeDocument/2006/relationships" id="2147483652" r:id="Rb956deb469ba42b7"/>
    <p:sldLayoutId xmlns:r="http://schemas.openxmlformats.org/officeDocument/2006/relationships" id="2147483653" r:id="R66ca8b79f4554d6d"/>
    <p:sldLayoutId xmlns:r="http://schemas.openxmlformats.org/officeDocument/2006/relationships" id="2147483654" r:id="R4cfde64f089143c9"/>
    <p:sldLayoutId xmlns:r="http://schemas.openxmlformats.org/officeDocument/2006/relationships" id="2147483655" r:id="Rb16939c56caf425f"/>
    <p:sldLayoutId xmlns:r="http://schemas.openxmlformats.org/officeDocument/2006/relationships" id="2147483656" r:id="R256dc589b2e44f76"/>
    <p:sldLayoutId xmlns:r="http://schemas.openxmlformats.org/officeDocument/2006/relationships" id="2147483657" r:id="R91ac572000d8410d"/>
    <p:sldLayoutId xmlns:r="http://schemas.openxmlformats.org/officeDocument/2006/relationships" id="2147483658" r:id="Ra692b8e7b5234340"/>
    <p:sldLayoutId xmlns:r="http://schemas.openxmlformats.org/officeDocument/2006/relationships" id="2147483659" r:id="R9a9ba53ef10e494f"/>
    <p:sldLayoutId xmlns:r="http://schemas.openxmlformats.org/officeDocument/2006/relationships" id="2147483660" r:id="R40aa527513914be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6b64deefe48a7" /><Relationship Type="http://schemas.openxmlformats.org/officeDocument/2006/relationships/notesSlide" Target="/ppt/notesSlides/notesSlide1.xml" Id="R2212029615be42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fa2b1061b477f" /><Relationship Type="http://schemas.openxmlformats.org/officeDocument/2006/relationships/notesSlide" Target="/ppt/notesSlides/notesSlide2.xml" Id="R6958f93cc32843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97f61e4ae94873" /><Relationship Type="http://schemas.openxmlformats.org/officeDocument/2006/relationships/image" Target="/ppt/media/image.png" Id="R2f53af8619004ce3" /><Relationship Type="http://schemas.openxmlformats.org/officeDocument/2006/relationships/notesSlide" Target="/ppt/notesSlides/notesSlide3.xml" Id="Rfb40729d6b7142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820290819424e" /><Relationship Type="http://schemas.openxmlformats.org/officeDocument/2006/relationships/notesSlide" Target="/ppt/notesSlides/notesSlide4.xml" Id="R75eab66c060949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b781ee50844577" /><Relationship Type="http://schemas.openxmlformats.org/officeDocument/2006/relationships/notesSlide" Target="/ppt/notesSlides/notesSlide5.xml" Id="R902cb581177c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5a894874c94b45" /><Relationship Type="http://schemas.openxmlformats.org/officeDocument/2006/relationships/image" Target="/ppt/media/image2.png" Id="Rf7d914543aa94edd" /><Relationship Type="http://schemas.openxmlformats.org/officeDocument/2006/relationships/image" Target="/ppt/media/image3.png" Id="R614901b6bd6d4207" /><Relationship Type="http://schemas.openxmlformats.org/officeDocument/2006/relationships/notesSlide" Target="/ppt/notesSlides/notesSlide6.xml" Id="R77ab5d81a8164b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5cb6538dd0495a" /><Relationship Type="http://schemas.openxmlformats.org/officeDocument/2006/relationships/image" Target="/ppt/media/image4.png" Id="Rf81a056897e84151" /><Relationship Type="http://schemas.openxmlformats.org/officeDocument/2006/relationships/image" Target="/ppt/media/image5.png" Id="R186548bb9ff44434" /><Relationship Type="http://schemas.openxmlformats.org/officeDocument/2006/relationships/image" Target="/ppt/media/image6.png" Id="Rad540d00d7e74e11" /><Relationship Type="http://schemas.openxmlformats.org/officeDocument/2006/relationships/image" Target="/ppt/media/image7.png" Id="Re980bd60e7874279" /><Relationship Type="http://schemas.openxmlformats.org/officeDocument/2006/relationships/notesSlide" Target="/ppt/notesSlides/notesSlide7.xml" Id="Rbb49fc90691741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0457390eb4721" /><Relationship Type="http://schemas.openxmlformats.org/officeDocument/2006/relationships/image" Target="/ppt/media/image8.png" Id="R806b5dd2476c4bb9" /><Relationship Type="http://schemas.openxmlformats.org/officeDocument/2006/relationships/notesSlide" Target="/ppt/notesSlides/notesSlide8.xml" Id="Ra7eecd330d924f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3ea4dd341416b" /><Relationship Type="http://schemas.openxmlformats.org/officeDocument/2006/relationships/image" Target="/ppt/media/image9.png" Id="R9d0b3feac54947ed" /><Relationship Type="http://schemas.openxmlformats.org/officeDocument/2006/relationships/notesSlide" Target="/ppt/notesSlides/notesSlide9.xml" Id="R12fac8f6977346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cc2b9ebe0240f7" /><Relationship Type="http://schemas.openxmlformats.org/officeDocument/2006/relationships/notesSlide" Target="/ppt/notesSlides/notesSlide10.xml" Id="R4fdd0fb0b9d648f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36F87A2A-74D9-4D79-91D4-83295EA7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5267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18288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/>
              <a:buNone/>
              <a:defRPr sz="3600" b="0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pPr>
            <a:r>
              <a:rPr sz="3600" b="0" i="0" u="none" cap="none">
                <a:solidFill>
                  <a:srgbClr val="4472C4"/>
                </a:solidFill>
                <a:latin typeface="Arial"/>
                <a:ea typeface="Arial"/>
                <a:cs typeface="Arial"/>
              </a:rPr>
              <a:t>Проектная работа</a:t>
            </a:r>
            <a:endParaRPr/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C5E52B58-24A6-480F-AD68-55F76727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321" y="328071"/>
            <a:ext cx="7823357" cy="1200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8E55C6F7-E9CD-4F20-B263-AA6E3AA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00625"/>
            <a:ext cx="4667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Выполнил: А. Р. Мингазов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Руководитель: А. А. Концевич</a:t>
            </a:r>
            <a:endParaRPr/>
          </a:p>
        </p:txBody>
      </p:sp>
      <p:sp>
        <p:nvSpPr>
          <p:cNvPr id="99" name="Google Shape;99;p1">
            <a:extLst xmlns:a="http://schemas.openxmlformats.org/drawingml/2006/main">
              <a:ext uri="{FF2B5EF4-FFF2-40B4-BE49-F238E27FC236}">
                <a16:creationId xmlns:a16="http://schemas.microsoft.com/office/drawing/2014/main" id="{ED01BD86-BB04-43B8-BED6-8637417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310" y="6345263"/>
            <a:ext cx="1595309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>Иркутск 2026</a:t>
            </a:r>
            <a:endParaRPr/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B1A0E23-DE65-4976-A516-9AABF801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Компьютерная игра</a:t>
            </a:r>
          </a:p>
          <a:p xmlns:a="http://schemas.openxmlformats.org/drawingml/2006/main">
            <a:pPr algn="ctr">
              <a:defRPr sz="33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«Rogil — Зал трёх печатей»</a:t>
            </a:r>
          </a:p>
        </p:txBody>
      </p:sp>
    </p:spTree>
    <p:extLst>
      <p:ext uri="{BB962C8B-B14F-4D97-AF65-F5344CB8AC3E}">
        <p14:creationId xmlns:p14="http://schemas.microsoft.com/office/powerpoint/2010/main" val="1486559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2">
            <a:extLst xmlns:a="http://schemas.openxmlformats.org/drawingml/2006/main">
              <a:ext uri="{FF2B5EF4-FFF2-40B4-BE49-F238E27FC236}">
                <a16:creationId xmlns:a16="http://schemas.microsoft.com/office/drawing/2014/main" id="{5B65D556-966A-4A81-AFAA-9920859D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Цель и задачи проекта</a:t>
            </a:r>
            <a:endParaRPr/>
          </a:p>
        </p:txBody>
      </p:sp>
      <p:sp>
        <p:nvSpPr>
          <p:cNvPr id="106" name="Google Shape;106;p2">
            <a:extLst xmlns:a="http://schemas.openxmlformats.org/drawingml/2006/main">
              <a:ext uri="{FF2B5EF4-FFF2-40B4-BE49-F238E27FC236}">
                <a16:creationId xmlns:a16="http://schemas.microsoft.com/office/drawing/2014/main" id="{9058C3A3-E661-4606-8DB4-AC6F4223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57325"/>
            <a:ext cx="5238750" cy="461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Создать трёхмерную игру с полным циклом прохождения одного этажа.</a:t>
            </a:r>
            <a:endParaRPr sz="2000" b="1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 b="1">
              <a:solidFill>
                <a:schemeClr val="accen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Задачи разработки</a:t>
            </a:r>
            <a:endParaRPr/>
          </a:p>
          <a:p xmlns:a="http://schemas.openxmlformats.org/drawingml/2006/main"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Спроектировать четыре локации.</a:t>
            </a:r>
            <a:endParaRPr sz="1800" u="sng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Реализовать героя и противников.</a:t>
            </a:r>
            <a:endParaRPr sz="1800" u="sng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Добавить опыт и улучшения.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AutoNum type="arabicPeriod"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Подготовить Windows EXE.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2">
            <a:extLst xmlns:a="http://schemas.openxmlformats.org/drawingml/2006/main">
              <a:ext uri="{FF2B5EF4-FFF2-40B4-BE49-F238E27FC236}">
                <a16:creationId xmlns:a16="http://schemas.microsoft.com/office/drawing/2014/main" id="{633FC5A1-06EF-48CE-9F10-3C75AC7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2</a:t>
            </a:r>
            <a:endParaRPr/>
          </a:p>
        </p:txBody>
      </p:sp>
      <p:sp>
        <p:nvSpPr>
          <p:cNvPr id="108" name="Google Shape;108;p2">
            <a:extLst xmlns:a="http://schemas.openxmlformats.org/drawingml/2006/main">
              <a:ext uri="{FF2B5EF4-FFF2-40B4-BE49-F238E27FC236}">
                <a16:creationId xmlns:a16="http://schemas.microsoft.com/office/drawing/2014/main" id="{41221514-794A-4648-9D6D-4189DEB7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57325"/>
            <a:ext cx="51435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16510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Функции игры</a:t>
            </a:r>
            <a:endParaRPr sz="1800" b="1">
              <a:solidFill>
                <a:schemeClr val="accent1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Движение и обзор от третьего лица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Автоматическая атака и рывок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 печати и финальный страж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sz="1800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16510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Пауза и повторный забег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68858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3">
            <a:extLst xmlns:a="http://schemas.openxmlformats.org/drawingml/2006/main">
              <a:ext uri="{FF2B5EF4-FFF2-40B4-BE49-F238E27FC236}">
                <a16:creationId xmlns:a16="http://schemas.microsoft.com/office/drawing/2014/main" id="{FDD9B969-CA89-45CB-8423-280D430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Предметная область</a:t>
            </a:r>
            <a:endParaRPr/>
          </a:p>
        </p:txBody>
      </p:sp>
      <p:sp>
        <p:nvSpPr>
          <p:cNvPr id="119" name="Google Shape;119;p3">
            <a:extLst xmlns:a="http://schemas.openxmlformats.org/drawingml/2006/main">
              <a:ext uri="{FF2B5EF4-FFF2-40B4-BE49-F238E27FC236}">
                <a16:creationId xmlns:a16="http://schemas.microsoft.com/office/drawing/2014/main" id="{120E6B2E-78C3-4835-AFC4-33E1EE1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481012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Одиночная 3D-игра</a:t>
            </a:r>
            <a:endParaRPr/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 элементами roguelite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/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Игрок зачищает комнаты,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собирает опыт и выбирает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улучшения.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 забега: победить стража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 войти в портал.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Карта фиксирована, набор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усилений меняется.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0" name="Google Shape;120;p3">
            <a:extLst xmlns:a="http://schemas.openxmlformats.org/drawingml/2006/main">
              <a:ext uri="{FF2B5EF4-FFF2-40B4-BE49-F238E27FC236}">
                <a16:creationId xmlns:a16="http://schemas.microsoft.com/office/drawing/2014/main" id="{8AB2EA15-57CC-4E85-BA3E-8232FDAD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3</a:t>
            </a:r>
            <a:endParaRPr/>
          </a:p>
        </p:txBody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3af8619004ce3"/>
          <a:stretch xmlns:a="http://schemas.openxmlformats.org/drawingml/2006/main"/>
        </p:blipFill>
        <p:spPr>
          <a:xfrm xmlns:a="http://schemas.openxmlformats.org/drawingml/2006/main">
            <a:off x="5762625" y="1686223"/>
            <a:ext cx="5857875" cy="3295055"/>
          </a:xfrm>
          <a:prstGeom xmlns:a="http://schemas.openxmlformats.org/drawingml/2006/main" prst="rect">
            <a:avLst/>
          </a:prstGeom>
        </p:spPr>
      </p:pic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E87BD0A-F6AE-46B1-BE59-B8871C80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1911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Игровой процесс в Длинной галерее</a:t>
            </a:r>
          </a:p>
        </p:txBody>
      </p:sp>
    </p:spTree>
    <p:extLst>
      <p:ext uri="{BB962C8B-B14F-4D97-AF65-F5344CB8AC3E}">
        <p14:creationId xmlns:p14="http://schemas.microsoft.com/office/powerpoint/2010/main" val="12561935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4">
            <a:extLst xmlns:a="http://schemas.openxmlformats.org/drawingml/2006/main">
              <a:ext uri="{FF2B5EF4-FFF2-40B4-BE49-F238E27FC236}">
                <a16:creationId xmlns:a16="http://schemas.microsoft.com/office/drawing/2014/main" id="{CBDC257E-BEA4-4E36-8CAD-365DBFAC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Инструментальные средства разработки</a:t>
            </a:r>
            <a:endParaRPr/>
          </a:p>
        </p:txBody>
      </p:sp>
      <p:graphicFrame>
        <p:nvGraphicFramePr>
          <p:cNvPr id="135" name="Google Shape;130;p4"/>
          <p:cNvGraphicFramePr/>
          <p:nvPr/>
        </p:nvGraphicFramePr>
        <p:xfrm>
          <a:off xmlns:a="http://schemas.openxmlformats.org/drawingml/2006/main" x="505326" y="988185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{6E846CCC-26C9-44BC-927E-25D5D4DBB280}</a:tableStyleId>
              </a:tblPr>
              <a:tblGrid>
                <a:gridCol w="4142875"/>
                <a:gridCol w="3309800"/>
                <a:gridCol w="3723975"/>
              </a:tblGrid>
              <a:tr h="2286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Задача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Технология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1" u="non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Применение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chemeClr val="accent1"/>
                    </a:solidFill>
                  </a:tcPr>
                </a:tc>
              </a:tr>
              <a:tr h="712125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Игровой движок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Godot 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Сцены, ввод и физика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Логика игры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GDScript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Герой, враги, волны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Создание локаций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TSCN и CSG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Комнаты, стены и ворота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Модели и анимации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FBX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Покой и ходьба героя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Оформление мира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Godot Shader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Каменная кладка и эффекты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Control, CanvasLayer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Меню и показатели героя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6508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Поиск пути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AStarGrid2D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Обход препятствий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Настройки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ConfigFile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800" b="0" u="non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Файл settings.ini</a:t>
                      </a:r>
                      <a:endParaRPr/>
                    </a:p>
                  </a:txBody>
                  <a:tcPr marL="91450" marR="91450" marT="45725" marB="45725" anchor="ctr"/>
                </a:tc>
              </a:tr>
            </a:tbl>
          </a:graphicData>
        </a:graphic>
      </p:graphicFrame>
      <p:sp>
        <p:nvSpPr>
          <p:cNvPr id="132" name="Google Shape;132;p4">
            <a:extLst xmlns:a="http://schemas.openxmlformats.org/drawingml/2006/main">
              <a:ext uri="{FF2B5EF4-FFF2-40B4-BE49-F238E27FC236}">
                <a16:creationId xmlns:a16="http://schemas.microsoft.com/office/drawing/2014/main" id="{6FBE0763-DDF0-4EE7-8594-8DF7BD10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40800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5">
            <a:extLst xmlns:a="http://schemas.openxmlformats.org/drawingml/2006/main">
              <a:ext uri="{FF2B5EF4-FFF2-40B4-BE49-F238E27FC236}">
                <a16:creationId xmlns:a16="http://schemas.microsoft.com/office/drawing/2014/main" id="{1B3BC93F-300D-471D-A850-0342CD0BC8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Архитектура и хранение данных</a:t>
            </a:r>
            <a:endParaRPr/>
          </a:p>
        </p:txBody>
      </p:sp>
      <p:sp>
        <p:nvSp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95D22466-75CC-49F3-827D-8CF6C32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5</a:t>
            </a:r>
            <a:endParaRPr/>
          </a:p>
        </p:txBody>
      </p:sp>
      <p:sp>
        <p:nvSp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3C64A4E3-C43E-4B2D-87A3-8E9ACF66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5191125" cy="42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1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472C4"/>
                </a:solidFill>
                <a:latin typeface="Arial"/>
                <a:ea typeface="Arial"/>
                <a:cs typeface="Arial"/>
              </a:rPr>
              <a:t>Модули игры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D4FFB483-E648-4EB9-87B7-5007319E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5238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floor.gd — состояния и волны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hero.gd — управление и атака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foe.gd — поведение противников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dungeon.gd — комнаты и маршруты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art.gd — оформление окружения</a:t>
            </a:r>
            <a:endParaRPr/>
          </a:p>
        </p:txBody>
      </p:sp>
      <p:sp>
        <p:nvSpPr>
          <p:cNvPr id="144" name="Google Shape;144;p5">
            <a:extLst xmlns:a="http://schemas.openxmlformats.org/drawingml/2006/main">
              <a:ext uri="{FF2B5EF4-FFF2-40B4-BE49-F238E27FC236}">
                <a16:creationId xmlns:a16="http://schemas.microsoft.com/office/drawing/2014/main" id="{E8289F9E-2113-4571-824B-E37A04E8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33500"/>
            <a:ext cx="5191125" cy="422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1" i="0">
                <a:solidFill>
                  <a:srgbClr val="4472C4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4472C4"/>
                </a:solidFill>
                <a:latin typeface="Arial"/>
                <a:ea typeface="Arial"/>
                <a:cs typeface="Arial"/>
              </a:rPr>
              <a:t>Данные проекта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Google Shape;145;p5">
            <a:extLst xmlns:a="http://schemas.openxmlformats.org/drawingml/2006/main">
              <a:ext uri="{FF2B5EF4-FFF2-40B4-BE49-F238E27FC236}">
                <a16:creationId xmlns:a16="http://schemas.microsoft.com/office/drawing/2014/main" id="{158B0347-6A3C-43E1-9BBF-F0929FD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62150"/>
            <a:ext cx="519112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Сцены и ресурсы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Геометрия, модели и материалы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settings.ini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Параметры окна, графики и звука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Оперативная память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Здоровье, опыт и текущий этап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Новый забег сбрасывает прогресс.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954575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6">
            <a:extLst xmlns:a="http://schemas.openxmlformats.org/drawingml/2006/main">
              <a:ext uri="{FF2B5EF4-FFF2-40B4-BE49-F238E27FC236}">
                <a16:creationId xmlns:a16="http://schemas.microsoft.com/office/drawing/2014/main" id="{FDF502AD-F2AE-4260-B43F-A45F693E9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Карта и локации</a:t>
            </a:r>
            <a:endParaRPr/>
          </a:p>
        </p:txBody>
      </p:sp>
      <p:sp>
        <p:nvSpPr>
          <p:cNvPr id="152" name="Google Shape;152;p6">
            <a:extLst xmlns:a="http://schemas.openxmlformats.org/drawingml/2006/main">
              <a:ext uri="{FF2B5EF4-FFF2-40B4-BE49-F238E27FC236}">
                <a16:creationId xmlns:a16="http://schemas.microsoft.com/office/drawing/2014/main" id="{3A913A2A-8379-47B6-9F83-9C3DFE8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049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Длинная галерея</a:t>
            </a:r>
            <a:endParaRPr/>
          </a:p>
        </p:txBody>
      </p:sp>
      <p:sp>
        <p:nvSpPr>
          <p:cNvPr id="153" name="Google Shape;153;p6">
            <a:extLst xmlns:a="http://schemas.openxmlformats.org/drawingml/2006/main">
              <a:ext uri="{FF2B5EF4-FFF2-40B4-BE49-F238E27FC236}">
                <a16:creationId xmlns:a16="http://schemas.microsoft.com/office/drawing/2014/main" id="{6CB854FF-DF4B-4AAD-8B57-D720D97C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6</a:t>
            </a:r>
            <a:endParaRPr/>
          </a:p>
        </p:txBody>
      </p:sp>
      <p:sp>
        <p:nvSpPr>
          <p:cNvPr id="156" name="Google Shape;156;p6">
            <a:extLst xmlns:a="http://schemas.openxmlformats.org/drawingml/2006/main">
              <a:ext uri="{FF2B5EF4-FFF2-40B4-BE49-F238E27FC236}">
                <a16:creationId xmlns:a16="http://schemas.microsoft.com/office/drawing/2014/main" id="{81BEEC9F-4489-49D6-919C-F18FD503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21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Карта этажа</a:t>
            </a:r>
            <a:endParaRPr/>
          </a:p>
        </p:txBody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914543aa94edd"/>
          <a:stretch xmlns:a="http://schemas.openxmlformats.org/drawingml/2006/main"/>
        </p:blipFill>
        <p:spPr>
          <a:xfrm xmlns:a="http://schemas.openxmlformats.org/drawingml/2006/main">
            <a:off x="525463" y="1952625"/>
            <a:ext cx="5283200" cy="2971800"/>
          </a:xfrm>
          <a:prstGeom xmlns:a="http://schemas.openxmlformats.org/drawingml/2006/main" prst="rect">
            <a:avLst/>
          </a:prstGeom>
        </p:spPr>
      </p:pic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901b6bd6d4207"/>
          <a:stretch xmlns:a="http://schemas.openxmlformats.org/drawingml/2006/main"/>
        </p:blipFill>
        <p:spPr>
          <a:xfrm xmlns:a="http://schemas.openxmlformats.org/drawingml/2006/main">
            <a:off x="6335713" y="1952625"/>
            <a:ext cx="5283200" cy="2971800"/>
          </a:xfrm>
          <a:prstGeom xmlns:a="http://schemas.openxmlformats.org/drawingml/2006/main" prst="rect">
            <a:avLst/>
          </a:prstGeom>
        </p:spPr>
      </p:pic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6C9DC5DD-1F77-4CD9-AEB3-CDD1FEC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Галерея, Каменный зал, Лабиринт, Зал стража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994530B-13E6-4CAF-AE00-882732F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Каждая печать открывает проход к следующему испытанию</a:t>
            </a:r>
          </a:p>
        </p:txBody>
      </p:sp>
    </p:spTree>
    <p:extLst>
      <p:ext uri="{BB962C8B-B14F-4D97-AF65-F5344CB8AC3E}">
        <p14:creationId xmlns:p14="http://schemas.microsoft.com/office/powerpoint/2010/main" val="2011634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7">
            <a:extLst xmlns:a="http://schemas.openxmlformats.org/drawingml/2006/main">
              <a:ext uri="{FF2B5EF4-FFF2-40B4-BE49-F238E27FC236}">
                <a16:creationId xmlns:a16="http://schemas.microsoft.com/office/drawing/2014/main" id="{7D254C11-89D7-42B5-92B4-83091C02E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Персонажи игры</a:t>
            </a:r>
            <a:endParaRPr/>
          </a:p>
        </p:txBody>
      </p:sp>
      <p:sp>
        <p:nvSpPr>
          <p:cNvPr id="165" name="Google Shape;165;p7">
            <a:extLst xmlns:a="http://schemas.openxmlformats.org/drawingml/2006/main">
              <a:ext uri="{FF2B5EF4-FFF2-40B4-BE49-F238E27FC236}">
                <a16:creationId xmlns:a16="http://schemas.microsoft.com/office/drawing/2014/main" id="{16F70DF9-1A41-4C03-818A-EA42CF20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7</a:t>
            </a:r>
            <a:endParaRPr sz="2000" b="1">
              <a:solidFill>
                <a:schemeClr val="accen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7">
            <a:extLst xmlns:a="http://schemas.openxmlformats.org/drawingml/2006/main">
              <a:ext uri="{FF2B5EF4-FFF2-40B4-BE49-F238E27FC236}">
                <a16:creationId xmlns:a16="http://schemas.microsoft.com/office/drawing/2014/main" id="{BF73DF06-697F-4BDC-8E27-40AF3D92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71575"/>
            <a:ext cx="5238750" cy="37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Герой</a:t>
            </a:r>
            <a:endParaRPr/>
          </a:p>
        </p:txBody>
      </p:sp>
      <p:sp>
        <p:nvSpPr>
          <p:cNvPr id="169" name="Google Shape;169;p7">
            <a:extLst xmlns:a="http://schemas.openxmlformats.org/drawingml/2006/main">
              <a:ext uri="{FF2B5EF4-FFF2-40B4-BE49-F238E27FC236}">
                <a16:creationId xmlns:a16="http://schemas.microsoft.com/office/drawing/2014/main" id="{911EB525-FAF4-4A83-8B95-2D49F4CD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71575"/>
            <a:ext cx="5238750" cy="37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Быстрый противник</a:t>
            </a:r>
            <a:endParaRPr/>
          </a:p>
        </p:txBody>
      </p:sp>
      <p:sp>
        <p:nvSpPr>
          <p:cNvPr id="171" name="Google Shape;171;p7">
            <a:extLst xmlns:a="http://schemas.openxmlformats.org/drawingml/2006/main">
              <a:ext uri="{FF2B5EF4-FFF2-40B4-BE49-F238E27FC236}">
                <a16:creationId xmlns:a16="http://schemas.microsoft.com/office/drawing/2014/main" id="{4C4AB4B2-E4AD-436D-A398-A10A0C6E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43325"/>
            <a:ext cx="5238750" cy="37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Тяжёлый противник</a:t>
            </a:r>
            <a:endParaRPr/>
          </a:p>
        </p:txBody>
      </p:sp>
      <p:sp>
        <p:nvSpPr>
          <p:cNvPr id="173" name="Google Shape;173;p7">
            <a:extLst xmlns:a="http://schemas.openxmlformats.org/drawingml/2006/main">
              <a:ext uri="{FF2B5EF4-FFF2-40B4-BE49-F238E27FC236}">
                <a16:creationId xmlns:a16="http://schemas.microsoft.com/office/drawing/2014/main" id="{B4A53A0A-9EEF-450E-94B8-21516BE7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43325"/>
            <a:ext cx="5238750" cy="37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187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Страж печати</a:t>
            </a:r>
            <a:endParaRPr/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1a056897e84151"/>
          <a:stretch xmlns:a="http://schemas.openxmlformats.org/drawingml/2006/main"/>
        </p:blipFill>
        <p:spPr>
          <a:xfrm xmlns:a="http://schemas.openxmlformats.org/drawingml/2006/main">
            <a:off x="1401233" y="1581150"/>
            <a:ext cx="3674533" cy="2066925"/>
          </a:xfrm>
          <a:prstGeom xmlns:a="http://schemas.openxmlformats.org/drawingml/2006/main" prst="rect">
            <a:avLst/>
          </a:prstGeom>
        </p:spPr>
      </p:pic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548bb9ff44434"/>
          <a:stretch xmlns:a="http://schemas.openxmlformats.org/drawingml/2006/main"/>
        </p:blipFill>
        <p:spPr>
          <a:xfrm xmlns:a="http://schemas.openxmlformats.org/drawingml/2006/main">
            <a:off x="7116233" y="1581150"/>
            <a:ext cx="3674533" cy="2066925"/>
          </a:xfrm>
          <a:prstGeom xmlns:a="http://schemas.openxmlformats.org/drawingml/2006/main" prst="rect">
            <a:avLst/>
          </a:prstGeom>
        </p:spPr>
      </p:pic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40d00d7e74e11"/>
          <a:stretch xmlns:a="http://schemas.openxmlformats.org/drawingml/2006/main"/>
        </p:blipFill>
        <p:spPr>
          <a:xfrm xmlns:a="http://schemas.openxmlformats.org/drawingml/2006/main">
            <a:off x="1401233" y="4152900"/>
            <a:ext cx="3674533" cy="2066925"/>
          </a:xfrm>
          <a:prstGeom xmlns:a="http://schemas.openxmlformats.org/drawingml/2006/main" prst="rect">
            <a:avLst/>
          </a:prstGeom>
        </p:spPr>
      </p:pic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0bd60e7874279"/>
          <a:stretch xmlns:a="http://schemas.openxmlformats.org/drawingml/2006/main"/>
        </p:blipFill>
        <p:spPr>
          <a:xfrm xmlns:a="http://schemas.openxmlformats.org/drawingml/2006/main">
            <a:off x="7116233" y="4152900"/>
            <a:ext cx="3674533" cy="20669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295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8">
            <a:extLst xmlns:a="http://schemas.openxmlformats.org/drawingml/2006/main">
              <a:ext uri="{FF2B5EF4-FFF2-40B4-BE49-F238E27FC236}">
                <a16:creationId xmlns:a16="http://schemas.microsoft.com/office/drawing/2014/main" id="{1451A491-18D8-43D2-A8DD-60142002AD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Игровые механики</a:t>
            </a:r>
            <a:endParaRPr/>
          </a:p>
        </p:txBody>
      </p:sp>
      <p:sp>
        <p:nvSpPr>
          <p:cNvPr id="180" name="Google Shape;180;p8">
            <a:extLst xmlns:a="http://schemas.openxmlformats.org/drawingml/2006/main">
              <a:ext uri="{FF2B5EF4-FFF2-40B4-BE49-F238E27FC236}">
                <a16:creationId xmlns:a16="http://schemas.microsoft.com/office/drawing/2014/main" id="{8895429D-BB1B-483C-B9F6-55B4454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8</a:t>
            </a:r>
            <a:endParaRPr/>
          </a:p>
        </p:txBody>
      </p:sp>
      <p:sp>
        <p:nvSpPr>
          <p:cNvPr id="182" name="Google Shape;182;p8">
            <a:extLst xmlns:a="http://schemas.openxmlformats.org/drawingml/2006/main">
              <a:ext uri="{FF2B5EF4-FFF2-40B4-BE49-F238E27FC236}">
                <a16:creationId xmlns:a16="http://schemas.microsoft.com/office/drawing/2014/main" id="{DBAFFB2A-506D-4B29-BDCD-2F6E35D8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71600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 sz="20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Выбор улучшения героя</a:t>
            </a:r>
            <a:endParaRPr/>
          </a:p>
        </p:txBody>
      </p:sp>
      <p:sp>
        <p:nvSpPr>
          <p:cNvPr id="183" name="Google Shape;183;p8">
            <a:extLst xmlns:a="http://schemas.openxmlformats.org/drawingml/2006/main">
              <a:ext uri="{FF2B5EF4-FFF2-40B4-BE49-F238E27FC236}">
                <a16:creationId xmlns:a16="http://schemas.microsoft.com/office/drawing/2014/main" id="{5A4984C0-EE03-4223-9686-A94F624B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5095875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Управление</a:t>
            </a:r>
            <a:endParaRPr/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WASD — движение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Мышь — поворот камеры</a:t>
            </a:r>
            <a:endParaRPr/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 — рывок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Пробел — прыжок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sz="2000" b="1">
                <a:solidFill>
                  <a:schemeClr val="dk1"/>
                </a:solidFill>
                <a:latin typeface="Arial"/>
                <a:ea typeface="Arial"/>
                <a:cs typeface="Arial"/>
              </a:rP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Бой и развитие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Атака срабатывает автоматически.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Опыт открывает выбор усиления.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9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Пауза доступна по Escape.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b5dd2476c4bb9"/>
          <a:stretch xmlns:a="http://schemas.openxmlformats.org/drawingml/2006/main"/>
        </p:blipFill>
        <p:spPr>
          <a:xfrm xmlns:a="http://schemas.openxmlformats.org/drawingml/2006/main">
            <a:off x="6048375" y="2050256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C444F8B-E0FC-4E3F-833F-CCEF9EB6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Урон, темп атаки, здоровье, радиус и скорость</a:t>
            </a:r>
          </a:p>
        </p:txBody>
      </p:sp>
    </p:spTree>
    <p:extLst>
      <p:ext uri="{BB962C8B-B14F-4D97-AF65-F5344CB8AC3E}">
        <p14:creationId xmlns:p14="http://schemas.microsoft.com/office/powerpoint/2010/main" val="17381425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Google Shape;189;p9">
            <a:extLst xmlns:a="http://schemas.openxmlformats.org/drawingml/2006/main">
              <a:ext uri="{FF2B5EF4-FFF2-40B4-BE49-F238E27FC236}">
                <a16:creationId xmlns:a16="http://schemas.microsoft.com/office/drawing/2014/main" id="{8F74D9E8-D3EE-4617-961A-CD18E2FDAC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Демонстрация игры</a:t>
            </a:r>
            <a:endParaRPr/>
          </a:p>
        </p:txBody>
      </p:sp>
      <p:sp>
        <p:nvSpPr>
          <p:cNvPr id="190" name="Google Shape;190;p9">
            <a:extLst xmlns:a="http://schemas.openxmlformats.org/drawingml/2006/main">
              <a:ext uri="{FF2B5EF4-FFF2-40B4-BE49-F238E27FC236}">
                <a16:creationId xmlns:a16="http://schemas.microsoft.com/office/drawing/2014/main" id="{410A3FDB-18E1-4E51-B868-F33F2A61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9</a:t>
            </a:r>
            <a:endParaRPr/>
          </a:p>
        </p:txBody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b3feac54947ed"/>
          <a:stretch xmlns:a="http://schemas.openxmlformats.org/drawingml/2006/main"/>
        </p:blipFill>
        <p:spPr>
          <a:xfrm xmlns:a="http://schemas.openxmlformats.org/drawingml/2006/main">
            <a:off x="2429933" y="116205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D8E523EC-FCC1-4D60-8DC6-5B596482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245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Три печати, бой со стражем и выход через портал</a:t>
            </a:r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E6DB390-5A1C-4CE4-B651-3C8CDA9B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721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Запуск: Rogil.exe</a:t>
            </a:r>
          </a:p>
        </p:txBody>
      </p:sp>
    </p:spTree>
    <p:extLst>
      <p:ext uri="{BB962C8B-B14F-4D97-AF65-F5344CB8AC3E}">
        <p14:creationId xmlns:p14="http://schemas.microsoft.com/office/powerpoint/2010/main" val="15696371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954FADF3-619D-432D-8ADD-944F616118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875" y="26670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3225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Вывод</a:t>
            </a:r>
            <a:endParaRPr/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C105AB75-DFA4-41AA-A668-0BB88E1F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381750"/>
            <a:ext cx="523875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10</a:t>
            </a:r>
            <a:endParaRPr/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526459FB-6ECF-47EF-A1E7-79475789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0477500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проекте реализован завершённый игровой забег:</a:t>
            </a:r>
            <a:endParaRPr/>
          </a:p>
          <a:p xmlns:a="http://schemas.openxmlformats.org/drawingml/2006/main"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четыре локации и последовательное открытие проходов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герой, несколько типов врагов и финальный страж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автоматическая атака, рывок, опыт и улучшения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меню, пауза и повторный запуск</a:t>
            </a:r>
            <a:endParaRPr/>
          </a:p>
          <a:p xmlns:a="http://schemas.openxmlformats.org/drawingml/2006/main"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Игра собрана в отдельный Windows EXE.</a:t>
            </a:r>
            <a:endParaRPr/>
          </a:p>
          <a:p xmlns:a="http://schemas.openxmlformats.org/drawingml/2006/main">
            <a:pPr marL="0" marR="0" lv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/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Спасибо за внимание!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1884622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2026-09-24T01:38:17.2860000Z</dcterms:created>
  <dcterms:modified xsi:type="dcterms:W3CDTF">2026-09-24T01:38:17.2860000Z</dcterms:modified>
</coreProperties>
</file>